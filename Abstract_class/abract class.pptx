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20"/>
  </p:notesMasterIdLst>
  <p:sldIdLst>
    <p:sldId id="256" r:id="rId2"/>
    <p:sldId id="593" r:id="rId3"/>
    <p:sldId id="594" r:id="rId4"/>
    <p:sldId id="592" r:id="rId5"/>
    <p:sldId id="596" r:id="rId6"/>
    <p:sldId id="595" r:id="rId7"/>
    <p:sldId id="597" r:id="rId8"/>
    <p:sldId id="601" r:id="rId9"/>
    <p:sldId id="602" r:id="rId10"/>
    <p:sldId id="599" r:id="rId11"/>
    <p:sldId id="598" r:id="rId12"/>
    <p:sldId id="603" r:id="rId13"/>
    <p:sldId id="604" r:id="rId14"/>
    <p:sldId id="605" r:id="rId15"/>
    <p:sldId id="608" r:id="rId16"/>
    <p:sldId id="610" r:id="rId17"/>
    <p:sldId id="611" r:id="rId18"/>
    <p:sldId id="61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024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02" autoAdjust="0"/>
    <p:restoredTop sz="79613" autoAdjust="0"/>
  </p:normalViewPr>
  <p:slideViewPr>
    <p:cSldViewPr>
      <p:cViewPr>
        <p:scale>
          <a:sx n="59" d="100"/>
          <a:sy n="59" d="100"/>
        </p:scale>
        <p:origin x="-1038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CAA103-FA6F-4BA7-85DB-ECB7FF89B451}" type="datetimeFigureOut">
              <a:rPr lang="en-US" smtClean="0"/>
              <a:pPr/>
              <a:t>9/17/2021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B9102-ABC0-4B3D-8EF1-04366C9A6F8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9B9102-ABC0-4B3D-8EF1-04366C9A6F8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78498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9B9102-ABC0-4B3D-8EF1-04366C9A6F8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D6D326B5-21D9-43FD-9A2C-7A209D1AB87B}" type="datetimeFigureOut">
              <a:rPr lang="en-US" smtClean="0"/>
              <a:pPr/>
              <a:t>9/17/2021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26B5-21D9-43FD-9A2C-7A209D1AB87B}" type="datetimeFigureOut">
              <a:rPr lang="en-US" smtClean="0"/>
              <a:pPr/>
              <a:t>9/17/2021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26B5-21D9-43FD-9A2C-7A209D1AB87B}" type="datetimeFigureOut">
              <a:rPr lang="en-US" smtClean="0"/>
              <a:pPr/>
              <a:t>9/17/2021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6D326B5-21D9-43FD-9A2C-7A209D1AB87B}" type="datetimeFigureOut">
              <a:rPr lang="en-US" smtClean="0"/>
              <a:pPr/>
              <a:t>9/17/2021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6D326B5-21D9-43FD-9A2C-7A209D1AB87B}" type="datetimeFigureOut">
              <a:rPr lang="en-US" smtClean="0"/>
              <a:pPr/>
              <a:t>9/17/2021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26B5-21D9-43FD-9A2C-7A209D1AB87B}" type="datetimeFigureOut">
              <a:rPr lang="en-US" smtClean="0"/>
              <a:pPr/>
              <a:t>9/17/2021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26B5-21D9-43FD-9A2C-7A209D1AB87B}" type="datetimeFigureOut">
              <a:rPr lang="en-US" smtClean="0"/>
              <a:pPr/>
              <a:t>9/17/2021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26B5-21D9-43FD-9A2C-7A209D1AB87B}" type="datetimeFigureOut">
              <a:rPr lang="en-US" smtClean="0"/>
              <a:pPr/>
              <a:t>9/17/2021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D6D326B5-21D9-43FD-9A2C-7A209D1AB87B}" type="datetimeFigureOut">
              <a:rPr lang="en-US" smtClean="0"/>
              <a:pPr/>
              <a:t>9/17/2021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26B5-21D9-43FD-9A2C-7A209D1AB87B}" type="datetimeFigureOut">
              <a:rPr lang="en-US" smtClean="0"/>
              <a:pPr/>
              <a:t>9/17/2021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D6D326B5-21D9-43FD-9A2C-7A209D1AB87B}" type="datetimeFigureOut">
              <a:rPr lang="en-US" smtClean="0"/>
              <a:pPr/>
              <a:t>9/17/2021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6D326B5-21D9-43FD-9A2C-7A209D1AB87B}" type="datetimeFigureOut">
              <a:rPr lang="en-US" smtClean="0"/>
              <a:pPr/>
              <a:t>9/17/2021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A58F304-7EB6-4E9A-93BD-98FE11DF749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75773"/>
            <a:ext cx="1097280" cy="1143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7444" y="4960203"/>
            <a:ext cx="91482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FFC000"/>
                </a:solidFill>
              </a:rPr>
              <a:t>Abstract class</a:t>
            </a:r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05926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Cambria" pitchFamily="18" charset="0"/>
              </a:rPr>
              <a:t>Class Presentations on Object Oriented Programming</a:t>
            </a:r>
          </a:p>
          <a:p>
            <a:r>
              <a:rPr lang="en-US" b="1" dirty="0" smtClean="0">
                <a:solidFill>
                  <a:srgbClr val="002060"/>
                </a:solidFill>
                <a:latin typeface="Cambria" pitchFamily="18" charset="0"/>
              </a:rPr>
              <a:t>						by  </a:t>
            </a:r>
            <a:r>
              <a:rPr lang="en-US" b="1" dirty="0" err="1" smtClean="0">
                <a:solidFill>
                  <a:srgbClr val="002060"/>
                </a:solidFill>
                <a:latin typeface="Cambria" pitchFamily="18" charset="0"/>
              </a:rPr>
              <a:t>Subhash</a:t>
            </a:r>
            <a:r>
              <a:rPr lang="en-US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Cambria" pitchFamily="18" charset="0"/>
              </a:rPr>
              <a:t>Chand</a:t>
            </a:r>
            <a:r>
              <a:rPr lang="en-US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Cambria" pitchFamily="18" charset="0"/>
              </a:rPr>
              <a:t>Agrawal</a:t>
            </a:r>
            <a:endParaRPr lang="en-US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281112" y="152400"/>
            <a:ext cx="7558088" cy="990600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cap="none" dirty="0" smtClean="0">
                <a:solidFill>
                  <a:schemeClr val="tx1"/>
                </a:solidFill>
                <a:latin typeface="Berlin Sans FB Demi" pitchFamily="34" charset="0"/>
                <a:ea typeface="ＭＳ Ｐゴシック"/>
                <a:cs typeface="ＭＳ Ｐゴシック"/>
              </a:rPr>
              <a:t>Object Oriented Programming</a:t>
            </a:r>
          </a:p>
        </p:txBody>
      </p:sp>
      <p:pic>
        <p:nvPicPr>
          <p:cNvPr id="1029" name="Picture 5" descr="What is OOP (Object-Oriented Programming)?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0" y="1600200"/>
            <a:ext cx="4724400" cy="34099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abstraction?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Abstraction</a:t>
            </a:r>
            <a:r>
              <a:rPr lang="en-US" dirty="0" smtClean="0"/>
              <a:t> is a process of hiding the implementation details and showing only functionality to the user.</a:t>
            </a:r>
          </a:p>
          <a:p>
            <a:endParaRPr lang="en-US" dirty="0"/>
          </a:p>
        </p:txBody>
      </p:sp>
      <p:pic>
        <p:nvPicPr>
          <p:cNvPr id="4" name="Picture 2" descr="https://3.bp.blogspot.com/-m3Sz1aj827M/XCTQjIA9u3I/AAAAAAAAFOo/iLh2IsgOQqosgiGppXYl9SDESkKSY8MOgCLcBGAs/s320/car-real-life-abstraction-examp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124200"/>
            <a:ext cx="3200400" cy="2667000"/>
          </a:xfrm>
          <a:prstGeom prst="rect">
            <a:avLst/>
          </a:prstGeom>
          <a:noFill/>
        </p:spPr>
      </p:pic>
      <p:pic>
        <p:nvPicPr>
          <p:cNvPr id="5" name="Picture 2" descr="https://2.bp.blogspot.com/-ByPXJjvV3GA/XCTMHa35uRI/AAAAAAAAFOQ/LM8iXg_-G4UiLGvsVSGf-25ljyJeLtITgCLcBGAs/s1600/real-life-example-of-abstractio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2971800"/>
            <a:ext cx="3886200" cy="3048000"/>
          </a:xfrm>
          <a:prstGeom prst="rect">
            <a:avLst/>
          </a:prstGeom>
          <a:noFill/>
        </p:spPr>
      </p:pic>
      <p:pic>
        <p:nvPicPr>
          <p:cNvPr id="6" name="Picture 2" descr="Fundamentals of OOP (Object Oriented Programming)"/>
          <p:cNvPicPr>
            <a:picLocks noChangeAspect="1" noChangeArrowheads="1"/>
          </p:cNvPicPr>
          <p:nvPr/>
        </p:nvPicPr>
        <p:blipFill>
          <a:blip r:embed="rId4" cstate="print"/>
          <a:srcRect l="67045" t="51775" b="11482"/>
          <a:stretch>
            <a:fillRect/>
          </a:stretch>
        </p:blipFill>
        <p:spPr bwMode="auto">
          <a:xfrm>
            <a:off x="7162800" y="3048000"/>
            <a:ext cx="1905000" cy="2819400"/>
          </a:xfrm>
          <a:prstGeom prst="rect">
            <a:avLst/>
          </a:prstGeom>
          <a:noFill/>
        </p:spPr>
      </p:pic>
      <p:pic>
        <p:nvPicPr>
          <p:cNvPr id="7" name="Picture 2" descr="Fundamentals of OOP (Object Oriented Programming)"/>
          <p:cNvPicPr>
            <a:picLocks noChangeAspect="1" noChangeArrowheads="1"/>
          </p:cNvPicPr>
          <p:nvPr/>
        </p:nvPicPr>
        <p:blipFill>
          <a:blip r:embed="rId4" cstate="print"/>
          <a:srcRect l="65909" t="25052" b="54906"/>
          <a:stretch>
            <a:fillRect/>
          </a:stretch>
        </p:blipFill>
        <p:spPr bwMode="auto">
          <a:xfrm>
            <a:off x="3352800" y="5943600"/>
            <a:ext cx="2286000" cy="914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Ways to achieve Abstraction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There are two ways to achieve abstraction in java</a:t>
            </a:r>
          </a:p>
          <a:p>
            <a:pPr lvl="1"/>
            <a:r>
              <a:rPr lang="en-US" dirty="0" smtClean="0"/>
              <a:t>Abstract class (0 to 100%)</a:t>
            </a:r>
          </a:p>
          <a:p>
            <a:pPr lvl="1"/>
            <a:r>
              <a:rPr lang="en-US" dirty="0" smtClean="0"/>
              <a:t>Interface (100%)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Abstract class in Java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class which is declared with the abstract keyword is known as an abstract class in Java.</a:t>
            </a:r>
          </a:p>
          <a:p>
            <a:r>
              <a:rPr lang="en-US" dirty="0" smtClean="0"/>
              <a:t> It can have abstract and non-abstract methods (method with the body).</a:t>
            </a:r>
          </a:p>
          <a:p>
            <a:pPr algn="just"/>
            <a:r>
              <a:rPr lang="en-US" dirty="0" smtClean="0"/>
              <a:t>It needs to be extended and its method implemented. </a:t>
            </a:r>
          </a:p>
          <a:p>
            <a:pPr algn="just"/>
            <a:r>
              <a:rPr lang="en-US" dirty="0" smtClean="0"/>
              <a:t>It cannot be instantiated.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Abstract class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An abstract class must be declared with an abstract keyword.</a:t>
            </a:r>
          </a:p>
          <a:p>
            <a:pPr algn="just"/>
            <a:r>
              <a:rPr lang="en-US" dirty="0" smtClean="0"/>
              <a:t>It can have abstract and non-abstract methods.</a:t>
            </a:r>
          </a:p>
          <a:p>
            <a:pPr algn="just"/>
            <a:r>
              <a:rPr lang="en-US" dirty="0" smtClean="0"/>
              <a:t>It cannot be instantiated.</a:t>
            </a:r>
          </a:p>
          <a:p>
            <a:pPr algn="just"/>
            <a:r>
              <a:rPr lang="en-US" dirty="0" smtClean="0"/>
              <a:t>It can have constructors and static methods also.</a:t>
            </a:r>
          </a:p>
          <a:p>
            <a:pPr algn="just"/>
            <a:r>
              <a:rPr lang="en-US" dirty="0" smtClean="0"/>
              <a:t>It can have final methods which will force the subclass not to change the body of the method.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Example of abstract class</a:t>
            </a:r>
          </a:p>
          <a:p>
            <a:r>
              <a:rPr lang="en-US" dirty="0" smtClean="0"/>
              <a:t>abstract class A{}  </a:t>
            </a:r>
          </a:p>
          <a:p>
            <a:r>
              <a:rPr lang="en-US" b="1" dirty="0" smtClean="0"/>
              <a:t>Abstract Method in Java</a:t>
            </a:r>
          </a:p>
          <a:p>
            <a:r>
              <a:rPr lang="en-US" dirty="0" smtClean="0"/>
              <a:t>A method which is declared as abstract and does not have implementation is known as an abstract method. </a:t>
            </a:r>
          </a:p>
          <a:p>
            <a:r>
              <a:rPr lang="en-US" b="1" dirty="0" smtClean="0"/>
              <a:t>Example of abstract method</a:t>
            </a:r>
            <a:endParaRPr lang="en-US" dirty="0" smtClean="0"/>
          </a:p>
          <a:p>
            <a:r>
              <a:rPr lang="en-US" dirty="0" smtClean="0"/>
              <a:t>abstract void </a:t>
            </a:r>
            <a:r>
              <a:rPr lang="en-US" dirty="0" err="1" smtClean="0"/>
              <a:t>printStatus</a:t>
            </a:r>
            <a:r>
              <a:rPr lang="en-US" dirty="0" smtClean="0"/>
              <a:t>();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990600" y="762000"/>
            <a:ext cx="8153400" cy="5867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abstract class vehicle{  </a:t>
            </a:r>
          </a:p>
          <a:p>
            <a:r>
              <a:rPr lang="en-US" dirty="0" smtClean="0"/>
              <a:t>      abstract void speed();  </a:t>
            </a:r>
          </a:p>
          <a:p>
            <a:r>
              <a:rPr lang="en" dirty="0" smtClean="0"/>
              <a:t>    }  </a:t>
            </a:r>
          </a:p>
          <a:p>
            <a:r>
              <a:rPr lang="en-US" dirty="0" smtClean="0"/>
              <a:t>    public class car extends vehicle{  </a:t>
            </a:r>
          </a:p>
          <a:p>
            <a:r>
              <a:rPr lang="en-US" dirty="0" smtClean="0"/>
              <a:t>    void speed()</a:t>
            </a:r>
          </a:p>
          <a:p>
            <a:r>
              <a:rPr lang="en" dirty="0" smtClean="0"/>
              <a:t>   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System.out.println</a:t>
            </a:r>
            <a:r>
              <a:rPr lang="en-US" dirty="0" smtClean="0"/>
              <a:t>("Drive safely");</a:t>
            </a:r>
          </a:p>
          <a:p>
            <a:r>
              <a:rPr lang="en" dirty="0" smtClean="0"/>
              <a:t>        </a:t>
            </a:r>
          </a:p>
          <a:p>
            <a:r>
              <a:rPr lang="en" dirty="0" smtClean="0"/>
              <a:t>    }  </a:t>
            </a:r>
          </a:p>
          <a:p>
            <a:r>
              <a:rPr lang="en-US" dirty="0" smtClean="0"/>
              <a:t>    public static void main(String </a:t>
            </a:r>
            <a:r>
              <a:rPr lang="en-US" dirty="0" err="1" smtClean="0"/>
              <a:t>args</a:t>
            </a:r>
            <a:r>
              <a:rPr lang="en-US" dirty="0" smtClean="0"/>
              <a:t>[]){  </a:t>
            </a:r>
          </a:p>
          <a:p>
            <a:r>
              <a:rPr lang="en-US" dirty="0" smtClean="0"/>
              <a:t>    vehicle </a:t>
            </a:r>
            <a:r>
              <a:rPr lang="en-US" dirty="0" err="1" smtClean="0"/>
              <a:t>obj</a:t>
            </a:r>
            <a:r>
              <a:rPr lang="en-US" dirty="0" smtClean="0"/>
              <a:t> = new car();  </a:t>
            </a:r>
          </a:p>
          <a:p>
            <a:r>
              <a:rPr lang="en-US" dirty="0" smtClean="0"/>
              <a:t>     </a:t>
            </a:r>
            <a:r>
              <a:rPr lang="en-US" dirty="0" err="1" smtClean="0"/>
              <a:t>obj.speed</a:t>
            </a:r>
            <a:r>
              <a:rPr lang="en-US" dirty="0" smtClean="0"/>
              <a:t>();  </a:t>
            </a:r>
          </a:p>
          <a:p>
            <a:r>
              <a:rPr lang="en" dirty="0" smtClean="0"/>
              <a:t>    }  </a:t>
            </a:r>
          </a:p>
          <a:p>
            <a:r>
              <a:rPr lang="en" dirty="0" smtClean="0"/>
              <a:t>    }  </a:t>
            </a:r>
          </a:p>
          <a:p>
            <a:endParaRPr lang="en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700" dirty="0" smtClean="0"/>
              <a:t>Write a java program to create an abstract class named Shape that contains two integers and an abstract method named </a:t>
            </a:r>
            <a:r>
              <a:rPr lang="en-US" sz="2700" dirty="0" err="1" smtClean="0"/>
              <a:t>printArea</a:t>
            </a:r>
            <a:r>
              <a:rPr lang="en-US" sz="2700" dirty="0" smtClean="0"/>
              <a:t>(). Provide three classes named Rectangle, Triangle and Circle such that each one of the classes extends the class Shape. Each one of the classes contain only the method </a:t>
            </a:r>
            <a:r>
              <a:rPr lang="en-US" sz="2700" dirty="0" err="1" smtClean="0"/>
              <a:t>printArea</a:t>
            </a:r>
            <a:r>
              <a:rPr lang="en-US" sz="2700" dirty="0" smtClean="0"/>
              <a:t>( ) that prints the area of the given shape.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381000" y="0"/>
            <a:ext cx="8763000" cy="6858000"/>
          </a:xfrm>
        </p:spPr>
        <p:txBody>
          <a:bodyPr>
            <a:noAutofit/>
          </a:bodyPr>
          <a:lstStyle/>
          <a:p>
            <a:r>
              <a:rPr lang="en-US" sz="2400" dirty="0" smtClean="0"/>
              <a:t>abstract class shape</a:t>
            </a:r>
          </a:p>
          <a:p>
            <a:r>
              <a:rPr lang="en" sz="2400" dirty="0" smtClean="0"/>
              <a:t>{</a:t>
            </a:r>
          </a:p>
          <a:p>
            <a:r>
              <a:rPr lang="en-US" sz="2400" dirty="0" err="1" smtClean="0"/>
              <a:t>int</a:t>
            </a:r>
            <a:r>
              <a:rPr lang="en-US" sz="2400" dirty="0" smtClean="0"/>
              <a:t> a=3,b=4;</a:t>
            </a:r>
          </a:p>
          <a:p>
            <a:r>
              <a:rPr lang="en-US" sz="2400" dirty="0" smtClean="0"/>
              <a:t> abstract public void </a:t>
            </a:r>
            <a:r>
              <a:rPr lang="en-US" sz="2400" dirty="0" err="1" smtClean="0"/>
              <a:t>print_area</a:t>
            </a:r>
            <a:r>
              <a:rPr lang="en-US" sz="2400" dirty="0" smtClean="0"/>
              <a:t>();</a:t>
            </a:r>
          </a:p>
          <a:p>
            <a:r>
              <a:rPr lang="en" sz="2400" dirty="0" smtClean="0"/>
              <a:t>}</a:t>
            </a:r>
          </a:p>
          <a:p>
            <a:r>
              <a:rPr lang="en-US" sz="2400" dirty="0" smtClean="0"/>
              <a:t>class rectangle extends shape</a:t>
            </a:r>
          </a:p>
          <a:p>
            <a:r>
              <a:rPr lang="en" sz="2400" dirty="0" smtClean="0"/>
              <a:t>{</a:t>
            </a:r>
          </a:p>
          <a:p>
            <a:r>
              <a:rPr lang="en-US" sz="2400" dirty="0" smtClean="0"/>
              <a:t> public 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 err="1" smtClean="0"/>
              <a:t>area_rect</a:t>
            </a:r>
            <a:r>
              <a:rPr lang="en-US" sz="2400" dirty="0" smtClean="0"/>
              <a:t>;</a:t>
            </a:r>
          </a:p>
          <a:p>
            <a:r>
              <a:rPr lang="en-US" sz="2400" dirty="0" smtClean="0"/>
              <a:t>     public void </a:t>
            </a:r>
            <a:r>
              <a:rPr lang="en-US" sz="2400" dirty="0" err="1" smtClean="0"/>
              <a:t>print_area</a:t>
            </a:r>
            <a:r>
              <a:rPr lang="en-US" sz="2400" dirty="0" smtClean="0"/>
              <a:t>()</a:t>
            </a:r>
          </a:p>
          <a:p>
            <a:r>
              <a:rPr lang="en" sz="2400" dirty="0" smtClean="0"/>
              <a:t> {</a:t>
            </a:r>
          </a:p>
          <a:p>
            <a:r>
              <a:rPr lang="en-US" sz="2400" dirty="0" smtClean="0"/>
              <a:t>  </a:t>
            </a:r>
            <a:r>
              <a:rPr lang="en-US" sz="2400" dirty="0" err="1" smtClean="0"/>
              <a:t>area_rect</a:t>
            </a:r>
            <a:r>
              <a:rPr lang="en-US" sz="2400" dirty="0" smtClean="0"/>
              <a:t>=a*b;</a:t>
            </a:r>
          </a:p>
          <a:p>
            <a:r>
              <a:rPr lang="en-US" sz="2400" dirty="0" smtClean="0"/>
              <a:t>            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("The area of rectangle is:"+</a:t>
            </a:r>
            <a:r>
              <a:rPr lang="en-US" sz="2400" dirty="0" err="1" smtClean="0"/>
              <a:t>area_rect</a:t>
            </a:r>
            <a:r>
              <a:rPr lang="en-US" sz="2400" dirty="0" smtClean="0"/>
              <a:t>);</a:t>
            </a:r>
          </a:p>
          <a:p>
            <a:r>
              <a:rPr lang="en" sz="2400" dirty="0" smtClean="0"/>
              <a:t> }</a:t>
            </a:r>
          </a:p>
          <a:p>
            <a:r>
              <a:rPr lang="en" sz="24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0"/>
            <a:ext cx="85344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class triangle extends shape</a:t>
            </a:r>
          </a:p>
          <a:p>
            <a:r>
              <a:rPr lang="en" sz="2400" dirty="0" smtClean="0"/>
              <a:t>{</a:t>
            </a:r>
          </a:p>
          <a:p>
            <a:r>
              <a:rPr lang="en-US" sz="2400" dirty="0" smtClean="0"/>
              <a:t> 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 err="1" smtClean="0"/>
              <a:t>area_tri</a:t>
            </a:r>
            <a:r>
              <a:rPr lang="en-US" sz="2400" dirty="0" smtClean="0"/>
              <a:t>;</a:t>
            </a:r>
          </a:p>
          <a:p>
            <a:r>
              <a:rPr lang="en-US" sz="2400" dirty="0" smtClean="0"/>
              <a:t>     public void </a:t>
            </a:r>
            <a:r>
              <a:rPr lang="en-US" sz="2400" dirty="0" err="1" smtClean="0"/>
              <a:t>print_area</a:t>
            </a:r>
            <a:r>
              <a:rPr lang="en-US" sz="2400" dirty="0" smtClean="0"/>
              <a:t>()</a:t>
            </a:r>
          </a:p>
          <a:p>
            <a:r>
              <a:rPr lang="en" sz="2400" dirty="0" smtClean="0"/>
              <a:t> {</a:t>
            </a:r>
          </a:p>
          <a:p>
            <a:r>
              <a:rPr lang="en-US" sz="2400" dirty="0" smtClean="0"/>
              <a:t>  </a:t>
            </a:r>
            <a:r>
              <a:rPr lang="en-US" sz="2400" dirty="0" err="1" smtClean="0"/>
              <a:t>area_tri</a:t>
            </a:r>
            <a:r>
              <a:rPr lang="en-US" sz="2400" dirty="0" smtClean="0"/>
              <a:t>=(</a:t>
            </a:r>
            <a:r>
              <a:rPr lang="en-US" sz="2400" dirty="0" err="1" smtClean="0"/>
              <a:t>int</a:t>
            </a:r>
            <a:r>
              <a:rPr lang="en-US" sz="2400" dirty="0" smtClean="0"/>
              <a:t>) (0.5*a*b);</a:t>
            </a:r>
          </a:p>
          <a:p>
            <a:r>
              <a:rPr lang="en-US" sz="2400" dirty="0" smtClean="0"/>
              <a:t>            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("The area of triangle is:"+</a:t>
            </a:r>
            <a:r>
              <a:rPr lang="en-US" sz="2400" dirty="0" err="1" smtClean="0"/>
              <a:t>area_tri</a:t>
            </a:r>
            <a:r>
              <a:rPr lang="en-US" sz="2400" dirty="0" smtClean="0"/>
              <a:t>);</a:t>
            </a:r>
          </a:p>
          <a:p>
            <a:r>
              <a:rPr lang="en" sz="2400" dirty="0" smtClean="0"/>
              <a:t> }</a:t>
            </a:r>
          </a:p>
          <a:p>
            <a:r>
              <a:rPr lang="en" sz="2400" dirty="0" smtClean="0"/>
              <a:t>}</a:t>
            </a:r>
          </a:p>
          <a:p>
            <a:r>
              <a:rPr lang="en-US" sz="2400" dirty="0" smtClean="0"/>
              <a:t>class circle extends shape</a:t>
            </a:r>
          </a:p>
          <a:p>
            <a:r>
              <a:rPr lang="en" sz="2400" dirty="0" smtClean="0"/>
              <a:t>{</a:t>
            </a:r>
          </a:p>
          <a:p>
            <a:r>
              <a:rPr lang="en-US" sz="2400" dirty="0" smtClean="0"/>
              <a:t> 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 err="1" smtClean="0"/>
              <a:t>area_circle</a:t>
            </a:r>
            <a:r>
              <a:rPr lang="en-US" sz="2400" dirty="0" smtClean="0"/>
              <a:t>;</a:t>
            </a:r>
          </a:p>
          <a:p>
            <a:r>
              <a:rPr lang="en-US" sz="2400" dirty="0" smtClean="0"/>
              <a:t>      public void </a:t>
            </a:r>
            <a:r>
              <a:rPr lang="en-US" sz="2400" dirty="0" err="1" smtClean="0"/>
              <a:t>print_area</a:t>
            </a:r>
            <a:r>
              <a:rPr lang="en-US" sz="2400" dirty="0" smtClean="0"/>
              <a:t>()</a:t>
            </a:r>
          </a:p>
          <a:p>
            <a:r>
              <a:rPr lang="en" sz="2400" dirty="0" smtClean="0"/>
              <a:t> {</a:t>
            </a:r>
          </a:p>
          <a:p>
            <a:r>
              <a:rPr lang="en-US" sz="2400" dirty="0" smtClean="0"/>
              <a:t>  </a:t>
            </a:r>
            <a:r>
              <a:rPr lang="en-US" sz="2400" dirty="0" err="1" smtClean="0"/>
              <a:t>area_circle</a:t>
            </a:r>
            <a:r>
              <a:rPr lang="en-US" sz="2400" dirty="0" smtClean="0"/>
              <a:t>=(</a:t>
            </a:r>
            <a:r>
              <a:rPr lang="en-US" sz="2400" dirty="0" err="1" smtClean="0"/>
              <a:t>int</a:t>
            </a:r>
            <a:r>
              <a:rPr lang="en-US" sz="2400" dirty="0" smtClean="0"/>
              <a:t>) (3.14*a*a);</a:t>
            </a:r>
          </a:p>
          <a:p>
            <a:r>
              <a:rPr lang="en-US" sz="2400" dirty="0" smtClean="0"/>
              <a:t>            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("The area of circle is:"+</a:t>
            </a:r>
            <a:r>
              <a:rPr lang="en-US" sz="2400" dirty="0" err="1" smtClean="0"/>
              <a:t>area_circle</a:t>
            </a:r>
            <a:r>
              <a:rPr lang="en-US" sz="2400" dirty="0" smtClean="0"/>
              <a:t>);</a:t>
            </a:r>
          </a:p>
          <a:p>
            <a:r>
              <a:rPr lang="en" sz="2400" dirty="0" smtClean="0"/>
              <a:t> }</a:t>
            </a:r>
          </a:p>
          <a:p>
            <a:r>
              <a:rPr lang="en" sz="24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838200"/>
            <a:ext cx="75438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public class JavaApplication3 {</a:t>
            </a:r>
          </a:p>
          <a:p>
            <a:r>
              <a:rPr lang="en-US" sz="2800" dirty="0" smtClean="0"/>
              <a:t>        public static void main(String[] </a:t>
            </a:r>
            <a:r>
              <a:rPr lang="en-US" sz="2800" dirty="0" err="1" smtClean="0"/>
              <a:t>args</a:t>
            </a:r>
            <a:r>
              <a:rPr lang="en-US" sz="2800" dirty="0" smtClean="0"/>
              <a:t>) {</a:t>
            </a:r>
          </a:p>
          <a:p>
            <a:r>
              <a:rPr lang="en-US" sz="2800" dirty="0" smtClean="0"/>
              <a:t>       shape r=new rectangle();</a:t>
            </a:r>
          </a:p>
          <a:p>
            <a:r>
              <a:rPr lang="en-US" sz="2800" dirty="0" smtClean="0"/>
              <a:t>        </a:t>
            </a:r>
            <a:r>
              <a:rPr lang="en-US" sz="2800" dirty="0" err="1" smtClean="0"/>
              <a:t>r.print_area</a:t>
            </a:r>
            <a:r>
              <a:rPr lang="en-US" sz="2800" dirty="0" smtClean="0"/>
              <a:t>();</a:t>
            </a:r>
          </a:p>
          <a:p>
            <a:r>
              <a:rPr lang="en-US" sz="2800" dirty="0" smtClean="0"/>
              <a:t>      shape t=new triangle();</a:t>
            </a:r>
          </a:p>
          <a:p>
            <a:r>
              <a:rPr lang="en-US" sz="2800" dirty="0" smtClean="0"/>
              <a:t>        </a:t>
            </a:r>
            <a:r>
              <a:rPr lang="en-US" sz="2800" dirty="0" err="1" smtClean="0"/>
              <a:t>t.print_area</a:t>
            </a:r>
            <a:r>
              <a:rPr lang="en-US" sz="2800" dirty="0" smtClean="0"/>
              <a:t>();</a:t>
            </a:r>
          </a:p>
          <a:p>
            <a:r>
              <a:rPr lang="en-US" sz="2800" dirty="0" smtClean="0"/>
              <a:t>        shape r1=new circle();</a:t>
            </a:r>
          </a:p>
          <a:p>
            <a:r>
              <a:rPr lang="en-US" sz="2800" dirty="0" smtClean="0"/>
              <a:t>        r1.print_area();</a:t>
            </a:r>
          </a:p>
          <a:p>
            <a:r>
              <a:rPr lang="en" sz="2800" dirty="0" smtClean="0"/>
              <a:t>       }</a:t>
            </a:r>
          </a:p>
          <a:p>
            <a:r>
              <a:rPr lang="en" sz="2800" dirty="0" smtClean="0"/>
              <a:t>}</a:t>
            </a:r>
          </a:p>
          <a:p>
            <a:endParaRPr lang="en" sz="2800" dirty="0" smtClean="0"/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105835"/>
            <a:ext cx="7924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700" b="1" dirty="0" smtClean="0"/>
              <a:t>Abstract class having constructor, data member and methods</a:t>
            </a:r>
            <a:endParaRPr lang="en-US" sz="27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751344"/>
            <a:ext cx="838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abstract class </a:t>
            </a:r>
            <a:r>
              <a:rPr lang="en-US" sz="2400" dirty="0" err="1" smtClean="0"/>
              <a:t>Maruti</a:t>
            </a:r>
            <a:r>
              <a:rPr lang="en-US" sz="2400" dirty="0" smtClean="0"/>
              <a:t>{  </a:t>
            </a:r>
          </a:p>
          <a:p>
            <a:r>
              <a:rPr lang="en-US" sz="2400" dirty="0" smtClean="0"/>
              <a:t>   </a:t>
            </a:r>
            <a:r>
              <a:rPr lang="en-US" sz="2400" dirty="0" err="1" smtClean="0"/>
              <a:t>Maruti</a:t>
            </a:r>
            <a:r>
              <a:rPr lang="en-US" sz="2400" dirty="0" smtClean="0"/>
              <a:t>(){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</a:t>
            </a:r>
            <a:r>
              <a:rPr lang="en-US" sz="2400" dirty="0" err="1" smtClean="0"/>
              <a:t>Maruti</a:t>
            </a:r>
            <a:r>
              <a:rPr lang="en-US" sz="2400" dirty="0" smtClean="0"/>
              <a:t> car is created");}  </a:t>
            </a:r>
          </a:p>
          <a:p>
            <a:r>
              <a:rPr lang="en-US" sz="2400" dirty="0" smtClean="0"/>
              <a:t>   abstract void drive();  </a:t>
            </a:r>
          </a:p>
          <a:p>
            <a:r>
              <a:rPr lang="en-US" sz="2400" dirty="0" smtClean="0"/>
              <a:t>   void </a:t>
            </a:r>
            <a:r>
              <a:rPr lang="en-US" sz="2400" dirty="0" err="1" smtClean="0"/>
              <a:t>changeGear</a:t>
            </a:r>
            <a:r>
              <a:rPr lang="en-US" sz="2400" dirty="0" smtClean="0"/>
              <a:t>(){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("gear changed");}  </a:t>
            </a:r>
          </a:p>
          <a:p>
            <a:r>
              <a:rPr lang="en" sz="2400" dirty="0" smtClean="0"/>
              <a:t> }  </a:t>
            </a:r>
          </a:p>
          <a:p>
            <a:endParaRPr lang="en" sz="2400" dirty="0" smtClean="0"/>
          </a:p>
          <a:p>
            <a:r>
              <a:rPr lang="en-US" sz="2400" dirty="0" smtClean="0"/>
              <a:t> class car extends </a:t>
            </a:r>
            <a:r>
              <a:rPr lang="en-US" sz="2400" dirty="0" err="1" smtClean="0"/>
              <a:t>Maruti</a:t>
            </a:r>
            <a:r>
              <a:rPr lang="en-US" sz="2400" dirty="0" smtClean="0"/>
              <a:t>{  </a:t>
            </a:r>
          </a:p>
          <a:p>
            <a:r>
              <a:rPr lang="en-US" sz="2400" dirty="0" smtClean="0"/>
              <a:t> void drive(){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("driving safely..");}  </a:t>
            </a:r>
          </a:p>
          <a:p>
            <a:r>
              <a:rPr lang="en" sz="2400" dirty="0" smtClean="0"/>
              <a:t> }  </a:t>
            </a:r>
          </a:p>
          <a:p>
            <a:r>
              <a:rPr lang="en-US" sz="2400" dirty="0" smtClean="0"/>
              <a:t> public class Test{  </a:t>
            </a:r>
          </a:p>
          <a:p>
            <a:r>
              <a:rPr lang="en-US" sz="2400" dirty="0" smtClean="0"/>
              <a:t> public static void main(String </a:t>
            </a:r>
            <a:r>
              <a:rPr lang="en-US" sz="2400" dirty="0" err="1" smtClean="0"/>
              <a:t>args</a:t>
            </a:r>
            <a:r>
              <a:rPr lang="en-US" sz="2400" dirty="0" smtClean="0"/>
              <a:t>[]){  </a:t>
            </a:r>
          </a:p>
          <a:p>
            <a:r>
              <a:rPr lang="en-US" sz="2400" dirty="0" smtClean="0"/>
              <a:t>  </a:t>
            </a:r>
            <a:r>
              <a:rPr lang="en-US" sz="2400" dirty="0" err="1" smtClean="0"/>
              <a:t>Maruti</a:t>
            </a:r>
            <a:r>
              <a:rPr lang="en-US" sz="2400" dirty="0" smtClean="0"/>
              <a:t> </a:t>
            </a:r>
            <a:r>
              <a:rPr lang="en-US" sz="2400" dirty="0" err="1" smtClean="0"/>
              <a:t>obj</a:t>
            </a:r>
            <a:r>
              <a:rPr lang="en-US" sz="2400" dirty="0" smtClean="0"/>
              <a:t> = new car();  </a:t>
            </a:r>
          </a:p>
          <a:p>
            <a:r>
              <a:rPr lang="en-US" sz="2400" dirty="0" smtClean="0"/>
              <a:t>  </a:t>
            </a:r>
            <a:r>
              <a:rPr lang="en-US" sz="2400" dirty="0" err="1" smtClean="0"/>
              <a:t>obj.drive</a:t>
            </a:r>
            <a:r>
              <a:rPr lang="en-US" sz="2400" dirty="0" smtClean="0"/>
              <a:t>();  </a:t>
            </a:r>
          </a:p>
          <a:p>
            <a:r>
              <a:rPr lang="en-US" sz="2400" dirty="0" smtClean="0"/>
              <a:t>  </a:t>
            </a:r>
            <a:r>
              <a:rPr lang="en-US" sz="2400" dirty="0" err="1" smtClean="0"/>
              <a:t>obj.changeGear</a:t>
            </a:r>
            <a:r>
              <a:rPr lang="en-US" sz="2400" dirty="0" smtClean="0"/>
              <a:t>();  </a:t>
            </a:r>
          </a:p>
          <a:p>
            <a:r>
              <a:rPr lang="en" sz="2400" dirty="0" smtClean="0"/>
              <a:t> }  </a:t>
            </a:r>
          </a:p>
          <a:p>
            <a:r>
              <a:rPr lang="en" sz="2400" dirty="0" smtClean="0"/>
              <a:t>}  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0" y="52578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err="1" smtClean="0"/>
              <a:t>Maruti</a:t>
            </a:r>
            <a:r>
              <a:rPr lang="en-US" sz="2400" dirty="0" smtClean="0"/>
              <a:t> car is created</a:t>
            </a:r>
          </a:p>
          <a:p>
            <a:r>
              <a:rPr lang="en-US" sz="2400" dirty="0" smtClean="0"/>
              <a:t>driving safely..</a:t>
            </a:r>
          </a:p>
          <a:p>
            <a:r>
              <a:rPr lang="en-US" sz="2400" dirty="0" smtClean="0"/>
              <a:t>gear changed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751344"/>
            <a:ext cx="838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abstract class </a:t>
            </a:r>
            <a:r>
              <a:rPr lang="en-US" sz="2400" dirty="0" err="1" smtClean="0"/>
              <a:t>Maruti</a:t>
            </a:r>
            <a:r>
              <a:rPr lang="en-US" sz="2400" dirty="0" smtClean="0"/>
              <a:t>{  </a:t>
            </a:r>
          </a:p>
          <a:p>
            <a:r>
              <a:rPr lang="en-US" sz="2400" dirty="0" smtClean="0"/>
              <a:t>   </a:t>
            </a:r>
            <a:r>
              <a:rPr lang="en-US" sz="2400" dirty="0" err="1" smtClean="0"/>
              <a:t>Maruti</a:t>
            </a:r>
            <a:r>
              <a:rPr lang="en-US" sz="2400" dirty="0" smtClean="0"/>
              <a:t>(){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</a:t>
            </a:r>
            <a:r>
              <a:rPr lang="en-US" sz="2400" dirty="0" err="1" smtClean="0"/>
              <a:t>Maruti</a:t>
            </a:r>
            <a:r>
              <a:rPr lang="en-US" sz="2400" dirty="0" smtClean="0"/>
              <a:t> car is created");}  </a:t>
            </a:r>
          </a:p>
          <a:p>
            <a:r>
              <a:rPr lang="en-US" sz="2400" dirty="0" smtClean="0"/>
              <a:t>   abstract void drive();  </a:t>
            </a:r>
          </a:p>
          <a:p>
            <a:r>
              <a:rPr lang="en-US" sz="2400" dirty="0" smtClean="0"/>
              <a:t>   void </a:t>
            </a:r>
            <a:r>
              <a:rPr lang="en-US" sz="2400" dirty="0" err="1" smtClean="0"/>
              <a:t>changeGear</a:t>
            </a:r>
            <a:r>
              <a:rPr lang="en-US" sz="2400" dirty="0" smtClean="0"/>
              <a:t>(){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("gear changed");}  </a:t>
            </a:r>
          </a:p>
          <a:p>
            <a:r>
              <a:rPr lang="en" sz="2400" dirty="0" smtClean="0"/>
              <a:t> }  </a:t>
            </a:r>
          </a:p>
          <a:p>
            <a:endParaRPr lang="en" sz="2400" dirty="0" smtClean="0"/>
          </a:p>
          <a:p>
            <a:r>
              <a:rPr lang="en-US" sz="2400" dirty="0" smtClean="0"/>
              <a:t> class car extends </a:t>
            </a:r>
            <a:r>
              <a:rPr lang="en-US" sz="2400" dirty="0" err="1" smtClean="0"/>
              <a:t>Maruti</a:t>
            </a:r>
            <a:r>
              <a:rPr lang="en-US" sz="2400" dirty="0" smtClean="0"/>
              <a:t>{  </a:t>
            </a:r>
          </a:p>
          <a:p>
            <a:r>
              <a:rPr lang="en-US" sz="2400" dirty="0" smtClean="0"/>
              <a:t> void drive(){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("driving safely..");}  </a:t>
            </a:r>
          </a:p>
          <a:p>
            <a:r>
              <a:rPr lang="en" sz="2400" dirty="0" smtClean="0"/>
              <a:t> }  </a:t>
            </a:r>
          </a:p>
          <a:p>
            <a:r>
              <a:rPr lang="en-US" sz="2400" dirty="0" smtClean="0"/>
              <a:t> public class Test{  </a:t>
            </a:r>
          </a:p>
          <a:p>
            <a:r>
              <a:rPr lang="en-US" sz="2400" dirty="0" smtClean="0"/>
              <a:t> public static void main(String </a:t>
            </a:r>
            <a:r>
              <a:rPr lang="en-US" sz="2400" dirty="0" err="1" smtClean="0"/>
              <a:t>args</a:t>
            </a:r>
            <a:r>
              <a:rPr lang="en-US" sz="2400" dirty="0" smtClean="0"/>
              <a:t>[]){  </a:t>
            </a:r>
          </a:p>
          <a:p>
            <a:r>
              <a:rPr lang="en-US" sz="2400" dirty="0" smtClean="0"/>
              <a:t> car </a:t>
            </a:r>
            <a:r>
              <a:rPr lang="en-US" sz="2400" dirty="0" err="1" smtClean="0"/>
              <a:t>obj</a:t>
            </a:r>
            <a:r>
              <a:rPr lang="en-US" sz="2400" dirty="0" smtClean="0"/>
              <a:t> = new car();  </a:t>
            </a:r>
          </a:p>
          <a:p>
            <a:r>
              <a:rPr lang="en-US" sz="2400" dirty="0" smtClean="0"/>
              <a:t>  </a:t>
            </a:r>
            <a:r>
              <a:rPr lang="en-US" sz="2400" dirty="0" err="1" smtClean="0"/>
              <a:t>obj.drive</a:t>
            </a:r>
            <a:r>
              <a:rPr lang="en-US" sz="2400" dirty="0" smtClean="0"/>
              <a:t>();  </a:t>
            </a:r>
          </a:p>
          <a:p>
            <a:r>
              <a:rPr lang="en-US" sz="2400" dirty="0" smtClean="0"/>
              <a:t>  </a:t>
            </a:r>
            <a:r>
              <a:rPr lang="en-US" sz="2400" dirty="0" err="1" smtClean="0"/>
              <a:t>obj.changeGear</a:t>
            </a:r>
            <a:r>
              <a:rPr lang="en-US" sz="2400" dirty="0" smtClean="0"/>
              <a:t>();  </a:t>
            </a:r>
          </a:p>
          <a:p>
            <a:r>
              <a:rPr lang="en" sz="2400" dirty="0" smtClean="0"/>
              <a:t> }  </a:t>
            </a:r>
          </a:p>
          <a:p>
            <a:r>
              <a:rPr lang="en" sz="2400" dirty="0" smtClean="0"/>
              <a:t>}  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0" y="52578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err="1" smtClean="0"/>
              <a:t>Maruti</a:t>
            </a:r>
            <a:r>
              <a:rPr lang="en-US" sz="2400" dirty="0" smtClean="0"/>
              <a:t> car is created</a:t>
            </a:r>
          </a:p>
          <a:p>
            <a:r>
              <a:rPr lang="en-US" sz="2400" dirty="0" smtClean="0"/>
              <a:t>driving safely..</a:t>
            </a:r>
          </a:p>
          <a:p>
            <a:r>
              <a:rPr lang="en-US" sz="2400" dirty="0" smtClean="0"/>
              <a:t>gear changed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751344"/>
            <a:ext cx="838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abstract class </a:t>
            </a:r>
            <a:r>
              <a:rPr lang="en-US" sz="2400" dirty="0" err="1" smtClean="0"/>
              <a:t>Maruti</a:t>
            </a:r>
            <a:r>
              <a:rPr lang="en-US" sz="2400" dirty="0" smtClean="0"/>
              <a:t>{  </a:t>
            </a:r>
          </a:p>
          <a:p>
            <a:r>
              <a:rPr lang="en-US" sz="2400" dirty="0" smtClean="0"/>
              <a:t>   </a:t>
            </a:r>
            <a:r>
              <a:rPr lang="en-US" sz="2400" dirty="0" err="1" smtClean="0"/>
              <a:t>Maruti</a:t>
            </a:r>
            <a:r>
              <a:rPr lang="en-US" sz="2400" dirty="0" smtClean="0"/>
              <a:t>(){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</a:t>
            </a:r>
            <a:r>
              <a:rPr lang="en-US" sz="2400" dirty="0" err="1" smtClean="0"/>
              <a:t>Maruti</a:t>
            </a:r>
            <a:r>
              <a:rPr lang="en-US" sz="2400" dirty="0" smtClean="0"/>
              <a:t> car is created");}  </a:t>
            </a:r>
          </a:p>
          <a:p>
            <a:r>
              <a:rPr lang="en-US" sz="2400" dirty="0" smtClean="0"/>
              <a:t>   abstract void drive();  </a:t>
            </a:r>
          </a:p>
          <a:p>
            <a:r>
              <a:rPr lang="en-US" sz="2400" dirty="0" smtClean="0"/>
              <a:t>   void </a:t>
            </a:r>
            <a:r>
              <a:rPr lang="en-US" sz="2400" dirty="0" err="1" smtClean="0"/>
              <a:t>changeGear</a:t>
            </a:r>
            <a:r>
              <a:rPr lang="en-US" sz="2400" dirty="0" smtClean="0"/>
              <a:t>(){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("gear changed");}  </a:t>
            </a:r>
          </a:p>
          <a:p>
            <a:r>
              <a:rPr lang="en" sz="2400" dirty="0" smtClean="0"/>
              <a:t> }  </a:t>
            </a:r>
          </a:p>
          <a:p>
            <a:endParaRPr lang="en" sz="2400" dirty="0" smtClean="0"/>
          </a:p>
          <a:p>
            <a:r>
              <a:rPr lang="en-US" sz="2400" dirty="0" smtClean="0"/>
              <a:t> class car {  </a:t>
            </a:r>
          </a:p>
          <a:p>
            <a:r>
              <a:rPr lang="en-US" sz="2400" dirty="0" smtClean="0"/>
              <a:t> void drive(){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("driving safely..");}  </a:t>
            </a:r>
          </a:p>
          <a:p>
            <a:r>
              <a:rPr lang="en" sz="2400" dirty="0" smtClean="0"/>
              <a:t> }  </a:t>
            </a:r>
          </a:p>
          <a:p>
            <a:r>
              <a:rPr lang="en-US" sz="2400" dirty="0" smtClean="0"/>
              <a:t> public class Test{  </a:t>
            </a:r>
          </a:p>
          <a:p>
            <a:r>
              <a:rPr lang="en-US" sz="2400" dirty="0" smtClean="0"/>
              <a:t> public static void main(String </a:t>
            </a:r>
            <a:r>
              <a:rPr lang="en-US" sz="2400" dirty="0" err="1" smtClean="0"/>
              <a:t>args</a:t>
            </a:r>
            <a:r>
              <a:rPr lang="en-US" sz="2400" dirty="0" smtClean="0"/>
              <a:t>[]){  </a:t>
            </a:r>
          </a:p>
          <a:p>
            <a:r>
              <a:rPr lang="en-US" sz="2400" dirty="0" smtClean="0"/>
              <a:t> </a:t>
            </a:r>
            <a:r>
              <a:rPr lang="en-US" sz="2400" dirty="0" err="1" smtClean="0"/>
              <a:t>Maruti</a:t>
            </a:r>
            <a:r>
              <a:rPr lang="en-US" sz="2400" dirty="0" smtClean="0"/>
              <a:t> </a:t>
            </a:r>
            <a:r>
              <a:rPr lang="en-US" sz="2400" dirty="0" err="1" smtClean="0"/>
              <a:t>obj</a:t>
            </a:r>
            <a:r>
              <a:rPr lang="en-US" sz="2400" dirty="0" smtClean="0"/>
              <a:t> = new car();  </a:t>
            </a:r>
          </a:p>
          <a:p>
            <a:r>
              <a:rPr lang="en-US" sz="2400" dirty="0" smtClean="0"/>
              <a:t>  </a:t>
            </a:r>
            <a:r>
              <a:rPr lang="en-US" sz="2400" dirty="0" err="1" smtClean="0"/>
              <a:t>obj.drive</a:t>
            </a:r>
            <a:r>
              <a:rPr lang="en-US" sz="2400" dirty="0" smtClean="0"/>
              <a:t>();  </a:t>
            </a:r>
          </a:p>
          <a:p>
            <a:r>
              <a:rPr lang="en-US" sz="2400" dirty="0" smtClean="0"/>
              <a:t>  </a:t>
            </a:r>
            <a:r>
              <a:rPr lang="en-US" sz="2400" dirty="0" err="1" smtClean="0"/>
              <a:t>obj.changeGear</a:t>
            </a:r>
            <a:r>
              <a:rPr lang="en-US" sz="2400" dirty="0" smtClean="0"/>
              <a:t>();  </a:t>
            </a:r>
          </a:p>
          <a:p>
            <a:r>
              <a:rPr lang="en" sz="2400" dirty="0" smtClean="0"/>
              <a:t> }  </a:t>
            </a:r>
          </a:p>
          <a:p>
            <a:r>
              <a:rPr lang="en" sz="2400" dirty="0" smtClean="0"/>
              <a:t>}  </a:t>
            </a:r>
          </a:p>
        </p:txBody>
      </p:sp>
      <p:sp>
        <p:nvSpPr>
          <p:cNvPr id="4" name="Rectangle 3"/>
          <p:cNvSpPr/>
          <p:nvPr/>
        </p:nvSpPr>
        <p:spPr>
          <a:xfrm>
            <a:off x="3581400" y="5029200"/>
            <a:ext cx="5181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Test.java:12: error: incompatible types: car cannot be converted to </a:t>
            </a:r>
            <a:r>
              <a:rPr lang="en-US" sz="2400" dirty="0" err="1" smtClean="0"/>
              <a:t>Maruti</a:t>
            </a:r>
            <a:r>
              <a:rPr lang="en-US" sz="2400" dirty="0" smtClean="0"/>
              <a:t> </a:t>
            </a:r>
            <a:r>
              <a:rPr lang="en-US" sz="2400" dirty="0" err="1" smtClean="0"/>
              <a:t>Maruti</a:t>
            </a:r>
            <a:r>
              <a:rPr lang="en-US" sz="2400" dirty="0" smtClean="0"/>
              <a:t> </a:t>
            </a:r>
            <a:r>
              <a:rPr lang="en-US" sz="2400" dirty="0" err="1" smtClean="0"/>
              <a:t>obj</a:t>
            </a:r>
            <a:r>
              <a:rPr lang="en-US" sz="2400" dirty="0" smtClean="0"/>
              <a:t> = new car();                ^1 error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751344"/>
            <a:ext cx="838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abstract class </a:t>
            </a:r>
            <a:r>
              <a:rPr lang="en-US" sz="2400" dirty="0" err="1" smtClean="0"/>
              <a:t>Maruti</a:t>
            </a:r>
            <a:r>
              <a:rPr lang="en-US" sz="2400" dirty="0" smtClean="0"/>
              <a:t>{  </a:t>
            </a:r>
          </a:p>
          <a:p>
            <a:r>
              <a:rPr lang="en-US" sz="2400" dirty="0" smtClean="0"/>
              <a:t>   </a:t>
            </a:r>
            <a:r>
              <a:rPr lang="en-US" sz="2400" dirty="0" err="1" smtClean="0"/>
              <a:t>Maruti</a:t>
            </a:r>
            <a:r>
              <a:rPr lang="en-US" sz="2400" dirty="0" smtClean="0"/>
              <a:t>(){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</a:t>
            </a:r>
            <a:r>
              <a:rPr lang="en-US" sz="2400" dirty="0" err="1" smtClean="0"/>
              <a:t>Maruti</a:t>
            </a:r>
            <a:r>
              <a:rPr lang="en-US" sz="2400" dirty="0" smtClean="0"/>
              <a:t> car is created");}  </a:t>
            </a:r>
          </a:p>
          <a:p>
            <a:r>
              <a:rPr lang="en-US" sz="2400" dirty="0" smtClean="0"/>
              <a:t>   abstract void drive();  </a:t>
            </a:r>
          </a:p>
          <a:p>
            <a:r>
              <a:rPr lang="en-US" sz="2400" dirty="0" smtClean="0"/>
              <a:t>   void </a:t>
            </a:r>
            <a:r>
              <a:rPr lang="en-US" sz="2400" dirty="0" err="1" smtClean="0"/>
              <a:t>changeGear</a:t>
            </a:r>
            <a:r>
              <a:rPr lang="en-US" sz="2400" dirty="0" smtClean="0"/>
              <a:t>(){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("gear changed");}  </a:t>
            </a:r>
          </a:p>
          <a:p>
            <a:r>
              <a:rPr lang="en" sz="2400" dirty="0" smtClean="0"/>
              <a:t> }  </a:t>
            </a:r>
          </a:p>
          <a:p>
            <a:r>
              <a:rPr lang="en-US" sz="2400" dirty="0" smtClean="0"/>
              <a:t> class car {  </a:t>
            </a:r>
          </a:p>
          <a:p>
            <a:r>
              <a:rPr lang="en-US" sz="2400" dirty="0" smtClean="0"/>
              <a:t> void drive(){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("driving safely..");}  </a:t>
            </a:r>
          </a:p>
          <a:p>
            <a:r>
              <a:rPr lang="en" sz="2400" dirty="0" smtClean="0"/>
              <a:t> }  </a:t>
            </a:r>
          </a:p>
          <a:p>
            <a:r>
              <a:rPr lang="en-US" sz="2400" dirty="0" smtClean="0"/>
              <a:t> public class Test{  </a:t>
            </a:r>
          </a:p>
          <a:p>
            <a:r>
              <a:rPr lang="en-US" sz="2400" dirty="0" smtClean="0"/>
              <a:t> public static void main(String </a:t>
            </a:r>
            <a:r>
              <a:rPr lang="en-US" sz="2400" dirty="0" err="1" smtClean="0"/>
              <a:t>args</a:t>
            </a:r>
            <a:r>
              <a:rPr lang="en-US" sz="2400" dirty="0" smtClean="0"/>
              <a:t>[]){  </a:t>
            </a:r>
          </a:p>
          <a:p>
            <a:r>
              <a:rPr lang="en-US" sz="2400" dirty="0" smtClean="0"/>
              <a:t>car </a:t>
            </a:r>
            <a:r>
              <a:rPr lang="en-US" sz="2400" dirty="0" err="1" smtClean="0"/>
              <a:t>obj</a:t>
            </a:r>
            <a:r>
              <a:rPr lang="en-US" sz="2400" dirty="0" smtClean="0"/>
              <a:t> = new car();  </a:t>
            </a:r>
          </a:p>
          <a:p>
            <a:r>
              <a:rPr lang="en-US" sz="2400" dirty="0" smtClean="0"/>
              <a:t>  </a:t>
            </a:r>
            <a:r>
              <a:rPr lang="en-US" sz="2400" dirty="0" err="1" smtClean="0"/>
              <a:t>obj.drive</a:t>
            </a:r>
            <a:r>
              <a:rPr lang="en-US" sz="2400" dirty="0" smtClean="0"/>
              <a:t>();  </a:t>
            </a:r>
          </a:p>
          <a:p>
            <a:r>
              <a:rPr lang="en-US" sz="2400" dirty="0" smtClean="0"/>
              <a:t>  </a:t>
            </a:r>
            <a:r>
              <a:rPr lang="en-US" sz="2400" dirty="0" err="1" smtClean="0"/>
              <a:t>obj.changeGear</a:t>
            </a:r>
            <a:r>
              <a:rPr lang="en-US" sz="2400" dirty="0" smtClean="0"/>
              <a:t>();  </a:t>
            </a:r>
          </a:p>
          <a:p>
            <a:r>
              <a:rPr lang="en" sz="2400" dirty="0" smtClean="0"/>
              <a:t> }  </a:t>
            </a:r>
          </a:p>
          <a:p>
            <a:r>
              <a:rPr lang="en" sz="2400" dirty="0" smtClean="0"/>
              <a:t>}  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0" y="5638800"/>
            <a:ext cx="67818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/>
              <a:t>/Test.java:15: error: cannot find symbol  </a:t>
            </a:r>
            <a:r>
              <a:rPr lang="en-US" sz="2200" dirty="0" err="1" smtClean="0"/>
              <a:t>obj.changeGear</a:t>
            </a:r>
            <a:r>
              <a:rPr lang="en-US" sz="2200" dirty="0" smtClean="0"/>
              <a:t>();       ^  symbol:   method </a:t>
            </a:r>
            <a:r>
              <a:rPr lang="en-US" sz="2200" dirty="0" err="1" smtClean="0"/>
              <a:t>changeGear</a:t>
            </a:r>
            <a:r>
              <a:rPr lang="en-US" sz="2200" dirty="0" smtClean="0"/>
              <a:t>()  location: variable </a:t>
            </a:r>
            <a:r>
              <a:rPr lang="en-US" sz="2200" dirty="0" err="1" smtClean="0"/>
              <a:t>obj</a:t>
            </a:r>
            <a:r>
              <a:rPr lang="en-US" sz="2200" dirty="0" smtClean="0"/>
              <a:t> of type car1 error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Q1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Which of these is not a correct statement?</a:t>
            </a:r>
            <a:br>
              <a:rPr lang="en-US" dirty="0" smtClean="0"/>
            </a:br>
            <a:r>
              <a:rPr lang="en-US" dirty="0" smtClean="0"/>
              <a:t>a) Every class containing abstract method must be declared abstract</a:t>
            </a:r>
            <a:br>
              <a:rPr lang="en-US" dirty="0" smtClean="0"/>
            </a:br>
            <a:r>
              <a:rPr lang="en-US" dirty="0" smtClean="0"/>
              <a:t>b) Abstract class defines only the structure of the class not its implementation</a:t>
            </a:r>
            <a:br>
              <a:rPr lang="en-US" dirty="0" smtClean="0"/>
            </a:br>
            <a:r>
              <a:rPr lang="en-US" dirty="0" smtClean="0"/>
              <a:t>c) Abstract class can be initiated by new operator</a:t>
            </a:r>
            <a:br>
              <a:rPr lang="en-US" dirty="0" smtClean="0"/>
            </a:br>
            <a:r>
              <a:rPr lang="en-US" dirty="0" smtClean="0"/>
              <a:t>d) Abstract class can be </a:t>
            </a:r>
            <a:r>
              <a:rPr lang="en-US" dirty="0" smtClean="0"/>
              <a:t>inherited</a:t>
            </a:r>
          </a:p>
          <a:p>
            <a:endParaRPr lang="en-US" dirty="0" smtClean="0"/>
          </a:p>
          <a:p>
            <a:r>
              <a:rPr lang="en-US" dirty="0" err="1" smtClean="0"/>
              <a:t>Ans</a:t>
            </a:r>
            <a:r>
              <a:rPr lang="en-US" dirty="0" smtClean="0"/>
              <a:t>: 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34891</TotalTime>
  <Words>834</Words>
  <Application>Microsoft Office PowerPoint</Application>
  <PresentationFormat>On-screen Show (4:3)</PresentationFormat>
  <Paragraphs>165</Paragraphs>
  <Slides>18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Median</vt:lpstr>
      <vt:lpstr>Slide 1</vt:lpstr>
      <vt:lpstr>What is abstraction?</vt:lpstr>
      <vt:lpstr>Ways to achieve Abstraction</vt:lpstr>
      <vt:lpstr>Abstract class in Java</vt:lpstr>
      <vt:lpstr>Abstract class in Java</vt:lpstr>
      <vt:lpstr>Examples</vt:lpstr>
      <vt:lpstr>Slide 7</vt:lpstr>
      <vt:lpstr>Examples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Q1</vt:lpstr>
      <vt:lpstr>Slide 18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Image Processing</dc:title>
  <dc:creator>TANUJ</dc:creator>
  <cp:lastModifiedBy>glau</cp:lastModifiedBy>
  <cp:revision>632</cp:revision>
  <dcterms:created xsi:type="dcterms:W3CDTF">2011-06-11T07:20:39Z</dcterms:created>
  <dcterms:modified xsi:type="dcterms:W3CDTF">2021-09-17T07:17:24Z</dcterms:modified>
</cp:coreProperties>
</file>