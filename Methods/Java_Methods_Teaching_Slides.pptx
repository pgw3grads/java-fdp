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 Methods – Teaching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Method Signature | Return Types | Call by Value | Method Overloading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what a method signature is</a:t>
            </a:r>
          </a:p>
          <a:p>
            <a:r>
              <a:t>Learn different return types in Java</a:t>
            </a:r>
          </a:p>
          <a:p>
            <a:r>
              <a:t>Understand Call by Value in Java</a:t>
            </a:r>
          </a:p>
          <a:p>
            <a:r>
              <a:t>Learn Method Overloading with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Signature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Uniquely identifies a method</a:t>
            </a:r>
          </a:p>
          <a:p>
            <a:r>
              <a:t>Consists of method name + parameter list</a:t>
            </a:r>
          </a:p>
          <a:p>
            <a:r>
              <a:t>Return type is NOT part of method signature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Signature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add(int a, int b) {</a:t>
            </a:r>
          </a:p>
          <a:p>
            <a:r>
              <a:t>    return a + b;</a:t>
            </a:r>
          </a:p>
          <a:p>
            <a:r>
              <a:t>}</a:t>
            </a:r>
          </a:p>
          <a:p/>
          <a:p>
            <a:r>
              <a:t>// Signature: add(int, int)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Defines the type of value returned by a method</a:t>
            </a:r>
          </a:p>
          <a:p>
            <a:r>
              <a:t>Primitive types (int, double, boolean)</a:t>
            </a:r>
          </a:p>
          <a:p>
            <a:r>
              <a:t>Object types (String, Class, Array)</a:t>
            </a:r>
          </a:p>
          <a:p>
            <a:r>
              <a:t>void – returns nothing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Types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getNumber() {</a:t>
            </a:r>
          </a:p>
          <a:p>
            <a:r>
              <a:t>    return 10;</a:t>
            </a:r>
          </a:p>
          <a:p>
            <a:r>
              <a:t>}</a:t>
            </a:r>
          </a:p>
          <a:p/>
          <a:p>
            <a:r>
              <a:t>void display() {</a:t>
            </a:r>
          </a:p>
          <a:p>
            <a:r>
              <a:t>    System.out.println("Hello");</a:t>
            </a:r>
          </a:p>
          <a:p>
            <a:r>
              <a:t>}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by Value (Primitive)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Java always uses Call by Value</a:t>
            </a:r>
          </a:p>
          <a:p>
            <a:r>
              <a:t>Copy of value is passed to method</a:t>
            </a:r>
          </a:p>
          <a:p>
            <a:r>
              <a:t>Original variable is not changed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by Value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void change(int x) {</a:t>
            </a:r>
          </a:p>
          <a:p>
            <a:r>
              <a:t>    x = 50;</a:t>
            </a:r>
          </a:p>
          <a:p>
            <a:r>
              <a:t>}</a:t>
            </a:r>
          </a:p>
          <a:p/>
          <a:p>
            <a:r>
              <a:t>int a = 10;</a:t>
            </a:r>
          </a:p>
          <a:p>
            <a:r>
              <a:t>change(a);</a:t>
            </a:r>
          </a:p>
          <a:p>
            <a:r>
              <a:t>// a is still 10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Call by Value (Object Reference)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Copy of reference is passed</a:t>
            </a:r>
          </a:p>
          <a:p>
            <a:r>
              <a:t>Object data can be modified</a:t>
            </a:r>
          </a:p>
          <a:p>
            <a:r>
              <a:t>Reference itself cannot be changed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 Reference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 Test {</a:t>
            </a:r>
          </a:p>
          <a:p>
            <a:r>
              <a:t>    int x;</a:t>
            </a:r>
          </a:p>
          <a:p>
            <a:r>
              <a:t>}</a:t>
            </a:r>
          </a:p>
          <a:p/>
          <a:p>
            <a:r>
              <a:t>void change(Test t) {</a:t>
            </a:r>
          </a:p>
          <a:p>
            <a:r>
              <a:t>    t.x = 50;</a:t>
            </a:r>
          </a:p>
          <a:p>
            <a:r>
              <a:t>}</a:t>
            </a:r>
          </a:p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Overloading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Same method name with different parameters</a:t>
            </a:r>
          </a:p>
          <a:p>
            <a:r>
              <a:t>Different number, type, or order of parameters</a:t>
            </a:r>
          </a:p>
          <a:p>
            <a:r>
              <a:t>Return type alone cannot overload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Overloading –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add(int a, int b) {</a:t>
            </a:r>
          </a:p>
          <a:p>
            <a:r>
              <a:t>    return a + b;</a:t>
            </a:r>
          </a:p>
          <a:p>
            <a:r>
              <a:t>}</a:t>
            </a:r>
          </a:p>
          <a:p/>
          <a:p>
            <a:r>
              <a:t>double add(double a, double b) {</a:t>
            </a:r>
          </a:p>
          <a:p>
            <a:r>
              <a:t>    return a + b;</a:t>
            </a:r>
          </a:p>
          <a:p>
            <a:r>
              <a:t>}</a:t>
            </a:r>
          </a:p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Revision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Method Signature = Name + Parameters</a:t>
            </a:r>
          </a:p>
          <a:p>
            <a:r>
              <a:t>Java uses Call by Value</a:t>
            </a:r>
          </a:p>
          <a:p>
            <a:r>
              <a:t>Objects can change via reference copy</a:t>
            </a:r>
          </a:p>
          <a:p>
            <a:r>
              <a:t>Overloading improves readability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