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Keywords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Understanding Reserved Words in Java Programming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Presented by: </a:t>
            </a:r>
            <a:r>
              <a:rPr lang="en-US" dirty="0" err="1"/>
              <a:t>Debashis</a:t>
            </a:r>
            <a:r>
              <a:rPr lang="en-US" dirty="0"/>
              <a:t> Chakraborty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Keywords are reserved words in Java.</a:t>
            </a:r>
          </a:p>
          <a:p>
            <a:r>
              <a:t>They have predefined meanings.</a:t>
            </a:r>
          </a:p>
          <a:p>
            <a:r>
              <a:t>They cannot be used as variable names.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Keywords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They define syntax</a:t>
            </a:r>
          </a:p>
          <a:p>
            <a:r>
              <a:t>Ensure readability</a:t>
            </a:r>
          </a:p>
          <a:p>
            <a:r>
              <a:t>Help compiler interpret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Categories of Keywords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Types</a:t>
            </a:r>
          </a:p>
          <a:p>
            <a:r>
              <a:t>2. Control Flow</a:t>
            </a:r>
          </a:p>
          <a:p>
            <a:r>
              <a:t>3. Access Modifiers</a:t>
            </a:r>
          </a:p>
          <a:p>
            <a:r>
              <a:t>4. OOP Keywords</a:t>
            </a:r>
          </a:p>
          <a:p>
            <a:r>
              <a:t>5. Exception Handling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Type Keywords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int, float, double, char, </a:t>
            </a:r>
            <a:r>
              <a:rPr dirty="0" err="1"/>
              <a:t>boolean</a:t>
            </a:r>
            <a:r>
              <a:t>, void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Flow Keywords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if, else, switch, for, while, break, continue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 Modifiers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public, private, protected, default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OOP Keywords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class, object, extends, implements, this, super, new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Exception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try, catch, finally, throw, throws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Other Keywords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static, final, abstract, synchronized, volatile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1CCD-D72B-45C4-99FA-70CC979F6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Keywords Table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9645A-17E9-4296-A092-D7B19FCF9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abstract			assert				Boolean				break</a:t>
            </a:r>
          </a:p>
          <a:p>
            <a:pPr marL="0" indent="0">
              <a:buNone/>
            </a:pPr>
            <a:r>
              <a:rPr lang="en-US" sz="1400" dirty="0"/>
              <a:t>byte				case				catch 					char</a:t>
            </a:r>
          </a:p>
          <a:p>
            <a:pPr marL="0" indent="0">
              <a:buNone/>
            </a:pPr>
            <a:r>
              <a:rPr lang="en-US" sz="1400" dirty="0"/>
              <a:t>class				const				continue				default			</a:t>
            </a:r>
          </a:p>
          <a:p>
            <a:pPr marL="0" indent="0">
              <a:buNone/>
            </a:pPr>
            <a:r>
              <a:rPr lang="en-US" sz="1400" dirty="0"/>
              <a:t>do				double			else					</a:t>
            </a:r>
            <a:r>
              <a:rPr lang="en-US" sz="1400" dirty="0" err="1"/>
              <a:t>enum</a:t>
            </a:r>
            <a:r>
              <a:rPr lang="en-US" sz="1400" dirty="0"/>
              <a:t>	</a:t>
            </a:r>
          </a:p>
          <a:p>
            <a:pPr marL="0" indent="0">
              <a:buNone/>
            </a:pPr>
            <a:r>
              <a:rPr lang="en-US" sz="1400" dirty="0"/>
              <a:t>extends			final				finally					float</a:t>
            </a:r>
          </a:p>
          <a:p>
            <a:pPr marL="0" indent="0">
              <a:buNone/>
            </a:pPr>
            <a:r>
              <a:rPr lang="en-US" sz="1400" dirty="0"/>
              <a:t>for				</a:t>
            </a:r>
            <a:r>
              <a:rPr lang="en-US" sz="1400" dirty="0" err="1"/>
              <a:t>goto</a:t>
            </a:r>
            <a:r>
              <a:rPr lang="en-US" sz="1400" dirty="0"/>
              <a:t>				if 					implements</a:t>
            </a:r>
          </a:p>
          <a:p>
            <a:pPr marL="0" indent="0">
              <a:buNone/>
            </a:pPr>
            <a:r>
              <a:rPr lang="en-US" sz="1400" dirty="0"/>
              <a:t>import			</a:t>
            </a:r>
            <a:r>
              <a:rPr lang="en-US" sz="1400" dirty="0" err="1"/>
              <a:t>instanceOf</a:t>
            </a:r>
            <a:r>
              <a:rPr lang="en-US" sz="1400" dirty="0"/>
              <a:t>			int					interface</a:t>
            </a:r>
          </a:p>
          <a:p>
            <a:pPr marL="0" indent="0">
              <a:buNone/>
            </a:pPr>
            <a:r>
              <a:rPr lang="en-US" sz="1400" dirty="0"/>
              <a:t>long				native				new					package</a:t>
            </a:r>
          </a:p>
          <a:p>
            <a:pPr marL="0" indent="0">
              <a:buNone/>
            </a:pPr>
            <a:r>
              <a:rPr lang="en-US" sz="1400" dirty="0"/>
              <a:t>private			protected			public					return</a:t>
            </a:r>
          </a:p>
          <a:p>
            <a:pPr marL="0" indent="0">
              <a:buNone/>
            </a:pPr>
            <a:r>
              <a:rPr lang="en-US" sz="1400" dirty="0"/>
              <a:t>short 				static				</a:t>
            </a:r>
            <a:r>
              <a:rPr lang="en-US" sz="1400" dirty="0" err="1"/>
              <a:t>trictfp</a:t>
            </a:r>
            <a:r>
              <a:rPr lang="en-US" sz="1400" dirty="0"/>
              <a:t>					super	</a:t>
            </a:r>
          </a:p>
          <a:p>
            <a:pPr marL="0" indent="0">
              <a:buNone/>
            </a:pPr>
            <a:r>
              <a:rPr lang="en-US" sz="1400" dirty="0"/>
              <a:t>switch			synchronized		this 					</a:t>
            </a:r>
            <a:r>
              <a:rPr lang="en-US" sz="1400" dirty="0" err="1"/>
              <a:t>hrow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throws			transient			try					void</a:t>
            </a:r>
          </a:p>
          <a:p>
            <a:pPr marL="0" indent="0">
              <a:buNone/>
            </a:pPr>
            <a:r>
              <a:rPr lang="en-US" sz="1400" dirty="0"/>
              <a:t>volatile			while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982780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Keywords form the foundation of Java programming.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361</Words>
  <Application>Microsoft Office PowerPoint</Application>
  <PresentationFormat>On-screen Show (4:3)</PresentationFormat>
  <Paragraphs>48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Keywords in Java</vt:lpstr>
      <vt:lpstr>Introduction</vt:lpstr>
      <vt:lpstr>Why Keywords Matter</vt:lpstr>
      <vt:lpstr>Categories of Keywords</vt:lpstr>
      <vt:lpstr>Data Type Keywords</vt:lpstr>
      <vt:lpstr>Control Flow Keywords</vt:lpstr>
      <vt:lpstr>Access Modifiers</vt:lpstr>
      <vt:lpstr>OOP Keywords</vt:lpstr>
      <vt:lpstr>Exception Handling</vt:lpstr>
      <vt:lpstr>Other Keywords</vt:lpstr>
      <vt:lpstr>Keywords Table</vt:lpstr>
      <vt:lpstr>Summary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Keywords in Java</dc:title>
  <dc:subject/>
  <dc:creator/>
  <cp:keywords/>
  <dc:description>generated using python-pptx</dc:description>
  <cp:lastModifiedBy>hp</cp:lastModifiedBy>
  <cp:revision>7</cp:revision>
  <dcterms:created xsi:type="dcterms:W3CDTF">2013-01-27T09:14:16Z</dcterms:created>
  <dcterms:modified xsi:type="dcterms:W3CDTF">2025-12-30T13:43:11Z</dcterms:modified>
  <cp:category/>
</cp:coreProperties>
</file>